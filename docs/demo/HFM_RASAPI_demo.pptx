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514600"/>
            <a:ext cx="5669280" cy="54864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5C2D1"/>
                </a:solidFill>
                <a:latin typeface="Calibri"/>
              </a:rPr>
              <a:t>OCP CHINA · HARDWARE FAULT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4F7FA"/>
                </a:solidFill>
                <a:latin typeface="Calibri"/>
              </a:rPr>
              <a:t>Hardware Fault Management RAS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B8C4D0"/>
                </a:solidFill>
                <a:latin typeface="Calibri"/>
              </a:rPr>
              <a:t>PLDM over MCTP end-to-end demo — OpenBMC (AST2600) ↔ Zephyr (RISC-V), bridged over two live QEMU instances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11880"/>
            <a:ext cx="2606040" cy="1371600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Requester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2286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OpenBMC pldmd / mctpd — EID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1" y="3611880"/>
            <a:ext cx="2606040" cy="1371600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3749039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Responder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4114800"/>
            <a:ext cx="2286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Zephyr serial_bridge — EID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3" y="3611880"/>
            <a:ext cx="2606040" cy="1371600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3" y="3749039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Transport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3" y="4114800"/>
            <a:ext cx="2286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MCTP-over-serial (DSP0253) via unix socket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4855" y="3611880"/>
            <a:ext cx="2606040" cy="1371600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7735" y="3749039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5" y="4114800"/>
            <a:ext cx="2286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Fwd + reverse PLDM verified (rc=0)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8C4D0"/>
                </a:solidFill>
                <a:latin typeface="Calibri"/>
              </a:rPr>
              <a:t>Demo host: internal dev machine   ·   branch RASAPI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436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35C2D1"/>
                </a:solidFill>
                <a:latin typeface="Calibri"/>
              </a:rPr>
              <a:t>Presenter guide: see DEMO_GUIDE.md for the exact step-by-step SSH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What we will demonstrate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55064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The problem &amp; the RAS API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Why HFM needs a standard sensor/effecter transport between a BMC and satellite MCUs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95728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3774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Architecture — the four moving pieces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76148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QEMU 11 · Zephyr on RISC-V · I3C model · MCTP+PLDM stack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191256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1729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The realized topology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5701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Two QEMU instances bridged over MCTP-serial (DSP0253)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86784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4164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684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Live demo — forward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3525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OpenBMC pldmtool drives PLDM Type 0/2 against Zephyr EID 18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782312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37176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7640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Live demo — reverse path (patch 0009)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1480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Zephyr requester → BMC responder, tag-owner bit fix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577840"/>
            <a:ext cx="64008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32704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559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4F7FA"/>
                </a:solidFill>
                <a:latin typeface="Calibri"/>
              </a:rPr>
              <a:t>Known limitation &amp; wrap-up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943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alibri"/>
              </a:rPr>
              <a:t>mctpd auto-discovery kernel busy-loop; what ships in RASAPI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Why a RAS API — and why PLDM over MCTP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94960" cy="44805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2A63B"/>
                </a:solidFill>
                <a:latin typeface="Calibri"/>
              </a:rPr>
              <a:t>The pain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49834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7FA"/>
                </a:solidFill>
                <a:latin typeface="Calibri"/>
              </a:rPr>
              <a:t>Large-scale data centers must detect, report and act on hardware faults across thousands of heterogeneous devices.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 i="0">
                <a:solidFill>
                  <a:srgbClr val="F4F7FA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8C4D0"/>
                </a:solidFill>
                <a:latin typeface="Calibri"/>
              </a:rPr>
              <a:t>A BMC needs a vendor-neutral way to: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•  discover satellite controllers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•  read sensors (temp, voltage, fan)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•  read/set thresholds &amp; effecters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•  receive async fault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54480"/>
            <a:ext cx="5394960" cy="44805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5C2D1"/>
                </a:solidFill>
                <a:latin typeface="Calibri"/>
              </a:rPr>
              <a:t>The DMTF PMCI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49834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7FA"/>
                </a:solidFill>
                <a:latin typeface="Calibri"/>
              </a:rPr>
              <a:t>PLDM (Platform Level Data Model) carried over MCTP (Management Component Transport Protocol).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 i="0">
                <a:solidFill>
                  <a:srgbClr val="F4F7FA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8C4D0"/>
                </a:solidFill>
                <a:latin typeface="Calibri"/>
              </a:rPr>
              <a:t>This demo proves the full stack on emulated hardware: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C2D1"/>
                </a:solidFill>
                <a:latin typeface="Calibri"/>
              </a:rPr>
              <a:t>PLDM Type 0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  — base / discovery (DSP0240)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C2D1"/>
                </a:solidFill>
                <a:latin typeface="Calibri"/>
              </a:rPr>
              <a:t>PLDM Type 2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  — platform monitoring, PDR &amp; sensors (DSP0248)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C2D1"/>
                </a:solidFill>
                <a:latin typeface="Calibri"/>
              </a:rPr>
              <a:t>MCTP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  — transport &amp; EID routing (DSP0236)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The protocol layer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691640"/>
            <a:ext cx="7955279" cy="658368"/>
          </a:xfrm>
          <a:prstGeom prst="rect">
            <a:avLst/>
          </a:prstGeom>
          <a:solidFill>
            <a:srgbClr val="35C2D1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801368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App — PLDM Type 0/2 responder  (samples/.../serial_bridge)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95144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441448"/>
            <a:ext cx="7955279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551176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libpldm — encode/decode  (vendored openbmc/libpldm)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044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191256"/>
            <a:ext cx="7955279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300984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libmctp — framing, EID routing  (upstream module)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794759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941063"/>
            <a:ext cx="7955279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4050791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MCTP bindings — serial DSP0253 · I3C DSP0233 · I2C DSP0237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54456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4690872"/>
            <a:ext cx="7955279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4800600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Zephyr UART / I3C driver  (upstream)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5294376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5440680"/>
            <a:ext cx="7955279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5550408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QEMU 11 machine model  (sifive_u / ast2600-evb)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B8C4D0"/>
                </a:solidFill>
                <a:latin typeface="Calibri"/>
              </a:rPr>
              <a:t>Delivered as numbered patches 0001–0009 under patches/ — full apply order in patches/README.md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Realized topology — two QEMU instances over MCTP-serial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4754880" cy="3200400"/>
          </a:xfrm>
          <a:prstGeom prst="rect">
            <a:avLst/>
          </a:prstGeom>
          <a:solidFill>
            <a:srgbClr val="1E3A5F"/>
          </a:solidFill>
          <a:ln w="19050">
            <a:solidFill>
              <a:srgbClr val="F2A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2A63B"/>
                </a:solidFill>
                <a:latin typeface="Calibri"/>
              </a:rPr>
              <a:t>OpenBMC QEMU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onsolas"/>
              </a:rPr>
              <a:t>-machine ast2600-evb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78892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1635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pldmd  (PLDM Type 0/2 requester)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91839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1927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mctpd  (AF_MCTP bus-owner)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476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22191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kernel mctp-serial driver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9768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2511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5C2D1"/>
                </a:solidFill>
                <a:latin typeface="Calibri"/>
              </a:rPr>
              <a:t>EID 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1828800"/>
            <a:ext cx="4754880" cy="3200400"/>
          </a:xfrm>
          <a:prstGeom prst="rect">
            <a:avLst/>
          </a:prstGeom>
          <a:solidFill>
            <a:srgbClr val="1E3A5F"/>
          </a:solidFill>
          <a:ln w="19050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9659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5C2D1"/>
                </a:solidFill>
                <a:latin typeface="Calibri"/>
              </a:rPr>
              <a:t>Zephyr QEMU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8C4D0"/>
                </a:solidFill>
                <a:latin typeface="Consolas"/>
              </a:rPr>
              <a:t>-machine sifive_u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78892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281635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serial_bridge sample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291839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331927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PLDM Type 0 + Type 2 responder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79476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3822191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MCTP control responder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4297680"/>
            <a:ext cx="4297680" cy="4114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4325112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5C2D1"/>
                </a:solidFill>
                <a:latin typeface="Calibri"/>
              </a:rPr>
              <a:t>EID 18</a:t>
            </a:r>
          </a:p>
        </p:txBody>
      </p:sp>
      <p:sp>
        <p:nvSpPr>
          <p:cNvPr id="26" name="Left-Right Arrow 25"/>
          <p:cNvSpPr/>
          <p:nvPr/>
        </p:nvSpPr>
        <p:spPr>
          <a:xfrm>
            <a:off x="5394960" y="3246120"/>
            <a:ext cx="1417320" cy="411480"/>
          </a:xfrm>
          <a:prstGeom prst="leftRightArrow">
            <a:avLst/>
          </a:prstGeom>
          <a:solidFill>
            <a:srgbClr val="4CC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5166360"/>
            <a:ext cx="5669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CC96A"/>
                </a:solidFill>
                <a:latin typeface="Consolas"/>
              </a:rPr>
              <a:t>unix socket  /tmp/hfm-mctp.sock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OpenBMC = socket server (start first) · Zephyr =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B8C4D0"/>
                </a:solidFill>
                <a:latin typeface="Calibri"/>
              </a:rPr>
              <a:t>MCTP link rides each side's SECOND -serial backend (uart1 / ttyS0); the first -serial stays the console.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What is already built on the dev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27080" cy="658368"/>
          </a:xfrm>
          <a:prstGeom prst="rect">
            <a:avLst/>
          </a:prstGeom>
          <a:solidFill>
            <a:srgbClr val="35C2D1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B1F3A"/>
                </a:solidFill>
                <a:latin typeface="Calibri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73736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F3A"/>
                </a:solidFill>
                <a:latin typeface="Calibri"/>
              </a:rPr>
              <a:t>Location /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173736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B1F3A"/>
                </a:solidFill>
                <a:latin typeface="Calibri"/>
              </a:rPr>
              <a:t>Verify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10927080" cy="65836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QEMU 11.0.0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42316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~/qemu-build/bin/qemu-system-{arm,riscv64}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242316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4CC96A"/>
                </a:solidFill>
                <a:latin typeface="Consolas"/>
              </a:rPr>
              <a:t>runs -machine help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10927080" cy="658368"/>
          </a:xfrm>
          <a:prstGeom prst="rect">
            <a:avLst/>
          </a:prstGeom>
          <a:solidFill>
            <a:srgbClr val="0B1F3A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089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OpenBMC image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0896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obmc-phosphor-image-evb-ast2600.static.mtd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310896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4CC96A"/>
                </a:solidFill>
                <a:latin typeface="Consolas"/>
              </a:rPr>
              <a:t>md5 c775fa9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03320"/>
            <a:ext cx="10927080" cy="65836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94759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Zephyr ELF (+0009)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94759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build-serial-0009/zephyr/zephyr.elf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794759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4CC96A"/>
                </a:solidFill>
                <a:latin typeface="Consolas"/>
              </a:rPr>
              <a:t>md5 14b701bc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389120"/>
            <a:ext cx="10927080" cy="658368"/>
          </a:xfrm>
          <a:prstGeom prst="rect">
            <a:avLst/>
          </a:prstGeom>
          <a:solidFill>
            <a:srgbClr val="0B1F3A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80559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Test harness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480559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/tmp/hfm-verify/ (scripts + prebuilts)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4480559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4CC96A"/>
                </a:solidFill>
                <a:latin typeface="Consolas"/>
              </a:rPr>
              <a:t>two_qemu_smoke.py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074920"/>
            <a:ext cx="10927080" cy="658368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66359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Launcher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166359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/tmp/run_pldm3.sh  →  /tmp/pldm_comm_test3.out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5166359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4CC96A"/>
                </a:solidFill>
                <a:latin typeface="Consolas"/>
              </a:rPr>
              <a:t>PYTHON_EXIT=0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F2A63B"/>
                </a:solidFill>
                <a:latin typeface="Calibri"/>
              </a:rPr>
              <a:t>QEMU writes the .mtd back in place — restore the pristine image from .mtd.gz before every run.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LIVE DEMO ·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Three SSH terminals — watch each boot yourself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3611880" cy="3977639"/>
          </a:xfrm>
          <a:prstGeom prst="rect">
            <a:avLst/>
          </a:prstGeom>
          <a:solidFill>
            <a:srgbClr val="1E3A5F"/>
          </a:solidFill>
          <a:ln w="15875">
            <a:solidFill>
              <a:srgbClr val="F2A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611880" cy="566928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Terminal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860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4F7FA"/>
                </a:solidFill>
                <a:latin typeface="Calibri"/>
              </a:rPr>
              <a:t>OpenBMC QEMU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B8C4D0"/>
                </a:solidFill>
                <a:latin typeface="Calibri"/>
              </a:rPr>
              <a:t>socket server · start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063240"/>
            <a:ext cx="3246120" cy="233172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32004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cd /tmp/hfm-verify/scripts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5C2D1"/>
                </a:solidFill>
                <a:latin typeface="Consolas"/>
              </a:rPr>
              <a:t>./launch_openbmc.sh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press Enter, watch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AST2600 boot -&gt; login: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600200"/>
            <a:ext cx="3611880" cy="3977639"/>
          </a:xfrm>
          <a:prstGeom prst="rect">
            <a:avLst/>
          </a:prstGeom>
          <a:solidFill>
            <a:srgbClr val="1E3A5F"/>
          </a:solidFill>
          <a:ln w="15875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600200"/>
            <a:ext cx="3611880" cy="566928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64208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Terminal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2860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4F7FA"/>
                </a:solidFill>
                <a:latin typeface="Calibri"/>
              </a:rPr>
              <a:t>Zephyr QEMU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6517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B8C4D0"/>
                </a:solidFill>
                <a:latin typeface="Calibri"/>
              </a:rPr>
              <a:t>socket 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3063240"/>
            <a:ext cx="3246120" cy="233172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004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cd /tmp/hfm-verify/scripts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5C2D1"/>
                </a:solidFill>
                <a:latin typeface="Consolas"/>
              </a:rPr>
              <a:t>./launch_hfm.sh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press Enter, watch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boot + reverse probe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1600200"/>
            <a:ext cx="3611880" cy="3977639"/>
          </a:xfrm>
          <a:prstGeom prst="rect">
            <a:avLst/>
          </a:prstGeom>
          <a:solidFill>
            <a:srgbClr val="1E3A5F"/>
          </a:solidFill>
          <a:ln w="15875">
            <a:solidFill>
              <a:srgbClr val="4C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1600200"/>
            <a:ext cx="3611880" cy="566928"/>
          </a:xfrm>
          <a:prstGeom prst="rect">
            <a:avLst/>
          </a:prstGeom>
          <a:solidFill>
            <a:srgbClr val="4CC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4" y="1664208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Terminal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22860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4F7FA"/>
                </a:solidFill>
                <a:latin typeface="Calibri"/>
              </a:rPr>
              <a:t>Drive PLDM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6517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B8C4D0"/>
                </a:solidFill>
                <a:latin typeface="Calibri"/>
              </a:rPr>
              <a:t>forward + reverse prep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3063240"/>
            <a:ext cx="3246120" cy="233172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004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cd /tmp/hfm-verify/scripts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5C2D1"/>
                </a:solidFill>
                <a:latin typeface="Consolas"/>
              </a:rPr>
              <a:t>./drive_bmc_pldm.sh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forward pldmtool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# starts EID 8 responder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F2A63B"/>
                </a:solidFill>
                <a:latin typeface="Calibri"/>
              </a:rPr>
              <a:t>Order matters: T1 (server) → T2 (client) → T3 (after BMC shows the login banner). All three SSH to the same dev host.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LIVE DEMO · STEP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Boot both QEMUs — the part you can now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49240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2A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2A63B"/>
                </a:solidFill>
                <a:latin typeface="Calibri"/>
              </a:rPr>
              <a:t>Terminal 1 — OpenBMC (AST2600)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4892040" cy="137160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4617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5C2D1"/>
                </a:solidFill>
                <a:latin typeface="Consolas"/>
              </a:rPr>
              <a:t>./launch_openbmc.sh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onsolas"/>
              </a:rPr>
              <a:t>&lt;Enter&gt;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...U-Boot / kernel / systemd...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CC96A"/>
                </a:solidFill>
                <a:latin typeface="Consolas"/>
              </a:rPr>
              <a:t>evb-ast2600 login: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11880"/>
            <a:ext cx="49377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Full AST2600 boot is visible (was hidden by the one-shot script).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2nd UART (ttyS0) is exported as the MCTP socket server.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Console login root / 0penBmc (T3 uses SSH, no manual login).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54480"/>
            <a:ext cx="5394960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35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6420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D1"/>
                </a:solidFill>
                <a:latin typeface="Calibri"/>
              </a:rPr>
              <a:t>Terminal 2 — Zephyr (RISC-V)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03120"/>
            <a:ext cx="4937760" cy="155448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12848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5C2D1"/>
                </a:solidFill>
                <a:latin typeface="Consolas"/>
              </a:rPr>
              <a:t>./launch_hfm.sh   &lt;Enter&gt;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*** Booting Zephyr OS v4.3.0 ***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4F7FA"/>
                </a:solidFill>
                <a:latin typeface="Consolas"/>
              </a:rPr>
              <a:t>serial_bridge: EID 18 ... ready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2A63B"/>
                </a:solidFill>
                <a:latin typeface="Consolas"/>
              </a:rPr>
              <a:t>BMC GetTID try 1 rc=-116, retrying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8C4D0"/>
                </a:solidFill>
                <a:latin typeface="Consolas"/>
              </a:rPr>
              <a:t>  ^ retries until T3 brings the link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94760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Zephyr = EID 18: PLDM Type 0/2 + MCTP control responder.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Its requester thread probes the BMC and retries (-116)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8C4D0"/>
                </a:solidFill>
                <a:latin typeface="Calibri"/>
              </a:rPr>
              <a:t>  normal until the BMC link + responder come up in T3.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• Keep this terminal in view for the reverse-path result.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LIVE DEMO · STEP 3 (Terminal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Forward path — BMC discovers &amp; polls Zephyr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27080" cy="2651760"/>
          </a:xfrm>
          <a:prstGeom prst="rect">
            <a:avLst/>
          </a:prstGeom>
          <a:solidFill>
            <a:srgbClr val="101828"/>
          </a:solidFill>
          <a:ln w="12700">
            <a:solidFill>
              <a:srgbClr val="4C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105156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5C2D1"/>
                </a:solidFill>
                <a:latin typeface="Consolas"/>
              </a:rPr>
              <a:t>BMC# pldmtool base GetTID -m 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        GetTID rc=0            →  Response: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5C2D1"/>
                </a:solidFill>
                <a:latin typeface="Consolas"/>
              </a:rPr>
              <a:t>BMC# pldmtool base GetPLDMTypes -m 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        GetPLDMTypes rc=0      →  base(0) + platform(2)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5C2D1"/>
                </a:solidFill>
                <a:latin typeface="Consolas"/>
              </a:rPr>
              <a:t>BMC# pldmtool base GetPLDMVersion -m 18 -t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        GetPLDMVersion rc=0    →  1.1.0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5C2D1"/>
                </a:solidFill>
                <a:latin typeface="Consolas"/>
              </a:rPr>
              <a:t>BMC# pldmtool platform GetPDR -m 18 -d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        Terminus Locator PDR, recordHandle 1, TID 1, EID 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5C2D1"/>
                </a:solidFill>
                <a:latin typeface="Consolas"/>
              </a:rPr>
              <a:t>BMC# pldmtool platform GetSensorReading -m 18 -i 1 --rearm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        presentReading 31, Sensor Enabled, Sensor 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drive_bmc_pldm.sh runs these over SSH — the REAL OpenBMC kernel AF_MCTP stack + pldmtool.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37760"/>
            <a:ext cx="10927080" cy="1005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2A63B"/>
                </a:solidFill>
                <a:latin typeface="Calibri"/>
              </a:rPr>
              <a:t>Point out: 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GetPDR returns a real Terminus Locator PDR and the sensor reading (die-temp = 31°C) — this is Hardware Fault Management telemetry actually flowing over the wire.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LIVE DEMO · STEP 4 (watch Terminal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Reverse path — Zephyr → BMC (patch 0009)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5349240" cy="2148840"/>
          </a:xfrm>
          <a:prstGeom prst="rect">
            <a:avLst/>
          </a:prstGeom>
          <a:solidFill>
            <a:srgbClr val="1E3A5F"/>
          </a:solidFill>
          <a:ln w="12700">
            <a:solidFill>
              <a:srgbClr val="E5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55A5A"/>
                </a:solidFill>
                <a:latin typeface="Calibri"/>
              </a:rPr>
              <a:t>The bug (before 0009)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834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Zephyr requester sent with the MCTP tag-owner (TO) bit = 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Linux AF_MCTP delivers an inbound SOM frame to a bound socket only when TO = 1; TO = 0 is treated as an orphan response and dropped (-ENOENT).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B8C4D0"/>
                </a:solidFill>
                <a:latin typeface="Calibri"/>
              </a:rPr>
              <a:t>Symptom: rx_packets grows, tx stays 0, every call -ETIMEDOUT.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94960" cy="2148840"/>
          </a:xfrm>
          <a:prstGeom prst="rect">
            <a:avLst/>
          </a:prstGeom>
          <a:solidFill>
            <a:srgbClr val="1E3A5F"/>
          </a:solidFill>
          <a:ln w="12700">
            <a:solidFill>
              <a:srgbClr val="4C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4CC96A"/>
                </a:solidFill>
                <a:latin typeface="Calibri"/>
              </a:rPr>
              <a:t>The fix (patch 0009)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834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In pldm.c pldm_send_request_sync():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5C2D1"/>
                </a:solidFill>
                <a:latin typeface="Consolas"/>
              </a:rPr>
              <a:t>MCTP_MESSAGE_TO_DST  →  MCTP_MESSAGE_TO_SRC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4F7FA"/>
                </a:solidFill>
                <a:latin typeface="Calibri"/>
              </a:rPr>
              <a:t>Requester now sets TO = 1, so the kernel routes the request to the bound responder socket.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4CC96A"/>
                </a:solidFill>
                <a:latin typeface="Calibri"/>
              </a:rPr>
              <a:t>Merged in RASAPI (PR #1).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94760"/>
            <a:ext cx="10927080" cy="1874519"/>
          </a:xfrm>
          <a:prstGeom prst="rect">
            <a:avLst/>
          </a:prstGeom>
          <a:solidFill>
            <a:srgbClr val="101828"/>
          </a:solidFill>
          <a:ln w="12700">
            <a:solidFill>
              <a:srgbClr val="4C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04487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8C4D0"/>
                </a:solidFill>
                <a:latin typeface="Consolas"/>
              </a:rPr>
              <a:t>Zephyr console: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&lt;inf&gt; serial_bridge: BMC GetTID -&gt; 0x08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&lt;inf&gt; serial_bridge: BMC GetPLDMTypes -&gt; byte0=0x01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&lt;inf&gt; serial_bridge: BMC GetPLDMVersion(BASE) -&gt; 0.0.1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CC96A"/>
                </a:solidFill>
                <a:latin typeface="Consolas"/>
              </a:rPr>
              <a:t>&lt;inf&gt; serial_bridge: Reverse-direction PLDM probe to BMC complete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BMC responder: RX from EID 18 tag 0x08  (TO bit set) → rx=3 / tx=3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HONEST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Known limitation &amp; what actually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27080" cy="1965960"/>
          </a:xfrm>
          <a:prstGeom prst="rect">
            <a:avLst/>
          </a:prstGeom>
          <a:solidFill>
            <a:srgbClr val="1E3A5F"/>
          </a:solidFill>
          <a:ln w="12700">
            <a:solidFill>
              <a:srgbClr val="F2A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2A63B"/>
                </a:solidFill>
                <a:latin typeface="Calibri"/>
              </a:rPr>
              <a:t>mctpd fully-automatic discovery is blocked by a kernel bug (not our code)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The BMC image kernel (6.6.92) has an AF_MCTP netlink-dump busy-loop: mctpd calls fill_linkmap() (RTM_GETLINK | NLM_F_DUMP) at startup, the dump spins, and the event loop never advances — so automatic SetupEndpoint never completes and the mctp route/addr CLI dump paths hang too.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4F7FA"/>
                </a:solidFill>
                <a:latin typeface="Calibri"/>
              </a:rPr>
              <a:t>Workaround used in the demo: install the EID-18 route with a raw-netlink helper (RTM_NEWROUTE — sets, never dumps), then address EID 18 directly with pldmtool. Every command answers correctly over the real kernel transport.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03320"/>
            <a:ext cx="10927080" cy="2057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13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D1"/>
                </a:solidFill>
                <a:latin typeface="Calibri"/>
              </a:rPr>
              <a:t>What is proven vs. what awaits an upstream kernel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519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CC96A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PLDM Type 0/2 responders + MCTP control responder — correct over real AF_MCTP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CC96A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Forward discovery/polling and reverse-path requester (patch 0009) — both verified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CC96A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F4F7FA"/>
                </a:solidFill>
                <a:latin typeface="Calibri"/>
              </a:rPr>
              <a:t>QEMU 11 + Zephyr rebuilt from source; OpenBMC bitbake reproduces c775fa9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2A63B"/>
                </a:solidFill>
                <a:latin typeface="Calibri"/>
              </a:rPr>
              <a:t>○  </a:t>
            </a:r>
            <a:r>
              <a:rPr sz="1400" b="0" i="0">
                <a:solidFill>
                  <a:srgbClr val="B8C4D0"/>
                </a:solidFill>
                <a:latin typeface="Calibri"/>
              </a:rPr>
              <a:t>Hands-off mctpd self-discovery — needs a kernel with a working AF_MCTP dump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C2D1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4F7FA"/>
                </a:solidFill>
                <a:latin typeface="Calibri"/>
              </a:rPr>
              <a:t>The whole demo — three terminals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91640"/>
            <a:ext cx="50292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691640"/>
            <a:ext cx="7498079" cy="6400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764792"/>
            <a:ext cx="7269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T1:  ./launch_openbmc.sh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1764792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boot OpenBMC (server) → login: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478024"/>
            <a:ext cx="50292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5117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2478024"/>
            <a:ext cx="7498079" cy="6400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551176"/>
            <a:ext cx="7269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T2:  ./launch_hfm.sh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551176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boot Zephyr (client), watch retries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264408"/>
            <a:ext cx="50292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37560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3264408"/>
            <a:ext cx="7498079" cy="6400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337560"/>
            <a:ext cx="7269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T3:  ./drive_bmc_pldm.sh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33756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forward pldmtool + start responder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050791"/>
            <a:ext cx="50292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23944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4050791"/>
            <a:ext cx="7498079" cy="6400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4123944"/>
            <a:ext cx="7269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T3 output:  GetTID/PDR/Sensor rc=0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123944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forward path verified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837176"/>
            <a:ext cx="502920" cy="640080"/>
          </a:xfrm>
          <a:prstGeom prst="ellipse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91032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4837176"/>
            <a:ext cx="7498079" cy="640080"/>
          </a:xfrm>
          <a:prstGeom prst="rect">
            <a:avLst/>
          </a:prstGeom>
          <a:solidFill>
            <a:srgbClr val="101828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910328"/>
            <a:ext cx="7269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5C2D1"/>
                </a:solidFill>
                <a:latin typeface="Consolas"/>
              </a:rPr>
              <a:t>T2 output:  'Reverse-direction ... complete'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4910328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8C4D0"/>
                </a:solidFill>
                <a:latin typeface="Calibri"/>
              </a:rPr>
              <a:t>reverse path (patch 0009)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4F7FA"/>
                </a:solidFill>
                <a:latin typeface="Calibri"/>
              </a:rPr>
              <a:t>Full presenter script with expected output &amp; fallbacks: </a:t>
            </a:r>
            <a:r>
              <a:rPr sz="1400" b="1" i="0">
                <a:solidFill>
                  <a:srgbClr val="35C2D1"/>
                </a:solidFill>
                <a:latin typeface="Consolas"/>
              </a:rPr>
              <a:t>DEMO_GUIDE.md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Hardware Fault Management · RAS API · MCTP/PLDM over QEMU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B8C4D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54864"/>
          </a:xfrm>
          <a:prstGeom prst="rect">
            <a:avLst/>
          </a:prstGeom>
          <a:solidFill>
            <a:srgbClr val="35C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4F7F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B8C4D0"/>
                </a:solidFill>
                <a:latin typeface="Calibri"/>
              </a:rPr>
              <a:t>Hardware Fault Management RAS API — MCTP / PLDM over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4F7FA"/>
                </a:solidFill>
                <a:latin typeface="Calibri"/>
              </a:rPr>
              <a:t>Repo:  OCP-China-Projects/Hardware-Fault-Management  ·  branch RASAPI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8C4D0"/>
                </a:solidFill>
                <a:latin typeface="Calibri"/>
              </a:rPr>
              <a:t>Design:  docs/pldm-mctp-i3c-design.md   ·   Build:  README.md   ·   Patches:  patches/README.md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8C4D0"/>
                </a:solidFill>
                <a:latin typeface="Calibri"/>
              </a:rPr>
              <a:t>Demo host:  internal dev machine   ·   Presenter guide:  DEMO_GUIDE.md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